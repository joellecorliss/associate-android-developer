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EB77BB-446C-4B58-A750-248E53529936}">
          <p14:sldIdLst>
            <p14:sldId id="256"/>
            <p14:sldId id="257"/>
          </p14:sldIdLst>
        </p14:section>
        <p14:section name="Adapter &gt; ViewHolder &gt; RecyclerView" id="{ED2873D2-7274-4F37-9EA1-29B6BCF376E0}">
          <p14:sldIdLst>
            <p14:sldId id="258"/>
            <p14:sldId id="260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660"/>
  </p:normalViewPr>
  <p:slideViewPr>
    <p:cSldViewPr snapToGrid="0">
      <p:cViewPr>
        <p:scale>
          <a:sx n="66" d="100"/>
          <a:sy n="66" d="100"/>
        </p:scale>
        <p:origin x="2544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518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89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016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675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4351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143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108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854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7604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023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62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55EFB-A077-440B-BB8F-918E450D588D}" type="datetimeFigureOut">
              <a:rPr lang="en-SG" smtClean="0"/>
              <a:t>1/6/2022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D9B65-B1CB-469D-93E1-4AFB41AAF6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683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topic/architecture#recommended-app-arc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Android Activity Lifecycle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Concepts and stuff???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0579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22525"/>
          </a:xfrm>
        </p:spPr>
        <p:txBody>
          <a:bodyPr>
            <a:normAutofit/>
          </a:bodyPr>
          <a:lstStyle/>
          <a:p>
            <a:r>
              <a:rPr lang="en-US" sz="2400" dirty="0"/>
              <a:t>Adapts data into something that can be used by </a:t>
            </a:r>
            <a:r>
              <a:rPr lang="en-US" sz="2400" dirty="0" err="1"/>
              <a:t>RecyclerView</a:t>
            </a:r>
            <a:endParaRPr lang="en-US" sz="2400" dirty="0"/>
          </a:p>
          <a:p>
            <a:r>
              <a:rPr lang="en-US" sz="2400" dirty="0"/>
              <a:t>When the app runs, </a:t>
            </a:r>
            <a:r>
              <a:rPr lang="en-US" sz="2400" dirty="0" err="1"/>
              <a:t>RecyclerView</a:t>
            </a:r>
            <a:r>
              <a:rPr lang="en-US" sz="2400" dirty="0"/>
              <a:t> uses the adapter to figure out how to display the data on the screen</a:t>
            </a:r>
          </a:p>
          <a:p>
            <a:r>
              <a:rPr lang="en-US" sz="2400" dirty="0" err="1"/>
              <a:t>RecyclerView</a:t>
            </a:r>
            <a:r>
              <a:rPr lang="en-US" sz="2400" dirty="0"/>
              <a:t> asks the adapter to create a new list view item for the first data item in your list, and once it has the view, it asks the adapter to provide the data to draw the item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833164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1003300"/>
            <a:ext cx="3009900" cy="5105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723900" y="596900"/>
            <a:ext cx="2961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RecyclerView</a:t>
            </a:r>
            <a:r>
              <a:rPr lang="en-US" dirty="0"/>
              <a:t> (UI component)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1041400" y="1371600"/>
            <a:ext cx="2336800" cy="10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41400" y="2489200"/>
            <a:ext cx="2336800" cy="10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ViewHolder</a:t>
            </a:r>
            <a:endParaRPr lang="en-SG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47750" y="3606800"/>
            <a:ext cx="2336800" cy="10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ViewHolder</a:t>
            </a:r>
            <a:endParaRPr lang="en-SG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7750" y="4724400"/>
            <a:ext cx="2336800" cy="10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ViewHolder</a:t>
            </a:r>
            <a:endParaRPr lang="en-SG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34247" y="1562785"/>
            <a:ext cx="1763806" cy="633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ListView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(UI component)</a:t>
            </a:r>
            <a:endParaRPr lang="en-SG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cxnSpLocks/>
            <a:stCxn id="4" idx="3"/>
            <a:endCxn id="8" idx="3"/>
          </p:cNvCxnSpPr>
          <p:nvPr/>
        </p:nvCxnSpPr>
        <p:spPr>
          <a:xfrm flipH="1">
            <a:off x="3098053" y="1879600"/>
            <a:ext cx="2801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763000" y="1371600"/>
            <a:ext cx="2336800" cy="10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Adapter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63000" y="3860800"/>
            <a:ext cx="2336800" cy="10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</a:t>
            </a:r>
            <a:r>
              <a:rPr lang="en-US" dirty="0" smtClean="0">
                <a:solidFill>
                  <a:schemeClr val="tx1"/>
                </a:solidFill>
              </a:rPr>
              <a:t>Source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(Local/Remote)</a:t>
            </a:r>
            <a:endParaRPr lang="en-SG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2" idx="0"/>
            <a:endCxn id="11" idx="2"/>
          </p:cNvCxnSpPr>
          <p:nvPr/>
        </p:nvCxnSpPr>
        <p:spPr>
          <a:xfrm flipV="1">
            <a:off x="9931400" y="2387600"/>
            <a:ext cx="0" cy="147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394950" y="2862590"/>
            <a:ext cx="1123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Pass data as parameter</a:t>
            </a:r>
            <a:endParaRPr lang="en-SG" sz="1400" dirty="0">
              <a:solidFill>
                <a:schemeClr val="accent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59877" y="1586010"/>
            <a:ext cx="649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Wraps</a:t>
            </a:r>
            <a:endParaRPr lang="en-SG" sz="1400" dirty="0">
              <a:solidFill>
                <a:schemeClr val="accent1"/>
              </a:solidFill>
            </a:endParaRPr>
          </a:p>
        </p:txBody>
      </p:sp>
      <p:cxnSp>
        <p:nvCxnSpPr>
          <p:cNvPr id="25" name="Elbow Connector 24"/>
          <p:cNvCxnSpPr/>
          <p:nvPr/>
        </p:nvCxnSpPr>
        <p:spPr>
          <a:xfrm rot="16200000" flipV="1">
            <a:off x="6070600" y="-2489200"/>
            <a:ext cx="12700" cy="772160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01680" y="570347"/>
            <a:ext cx="36251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Creates </a:t>
            </a:r>
            <a:r>
              <a:rPr lang="en-US" sz="1400" dirty="0" err="1">
                <a:solidFill>
                  <a:schemeClr val="accent1"/>
                </a:solidFill>
              </a:rPr>
              <a:t>ViewHolders</a:t>
            </a:r>
            <a:r>
              <a:rPr lang="en-US" sz="1400" dirty="0">
                <a:solidFill>
                  <a:schemeClr val="accent1"/>
                </a:solidFill>
              </a:rPr>
              <a:t> to wrap around a View and to set data for the View</a:t>
            </a:r>
          </a:p>
          <a:p>
            <a:pPr algn="ctr"/>
            <a:endParaRPr lang="en-US" sz="1400" dirty="0">
              <a:solidFill>
                <a:schemeClr val="accent1"/>
              </a:solidFill>
            </a:endParaRP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Once a </a:t>
            </a:r>
            <a:r>
              <a:rPr lang="en-US" sz="1400" dirty="0" err="1">
                <a:solidFill>
                  <a:schemeClr val="accent1"/>
                </a:solidFill>
              </a:rPr>
              <a:t>ViewHolder</a:t>
            </a:r>
            <a:r>
              <a:rPr lang="en-US" sz="1400" dirty="0">
                <a:solidFill>
                  <a:schemeClr val="accent1"/>
                </a:solidFill>
              </a:rPr>
              <a:t> is reused (when it goes out of screen), the adapter will pass it next data</a:t>
            </a:r>
            <a:endParaRPr lang="en-SG" sz="1400" dirty="0">
              <a:solidFill>
                <a:schemeClr val="accent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9474200" y="26924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Model</a:t>
            </a:r>
            <a:endParaRPr lang="en-SG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4531879" y="5924034"/>
            <a:ext cx="743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Adapter uses </a:t>
            </a:r>
            <a:r>
              <a:rPr lang="en-US" dirty="0" err="1"/>
              <a:t>ViewHolder</a:t>
            </a:r>
            <a:r>
              <a:rPr lang="en-US" dirty="0"/>
              <a:t> objects as a way to bind (display) data to the UI, in this case the </a:t>
            </a:r>
            <a:r>
              <a:rPr lang="en-US" dirty="0" err="1"/>
              <a:t>ListView</a:t>
            </a:r>
            <a:r>
              <a:rPr lang="en-US" dirty="0"/>
              <a:t> UI component in </a:t>
            </a:r>
            <a:r>
              <a:rPr lang="en-US" dirty="0" err="1"/>
              <a:t>RecyclerView</a:t>
            </a:r>
            <a:endParaRPr lang="en-S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18EF31-67F8-4DE0-83A5-CE0CEC813D4C}"/>
              </a:ext>
            </a:extLst>
          </p:cNvPr>
          <p:cNvSpPr txBox="1"/>
          <p:nvPr/>
        </p:nvSpPr>
        <p:spPr>
          <a:xfrm>
            <a:off x="823950" y="1020344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ViewHolder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BAD4ED-20CA-4075-8A77-37FBD3BBF1BA}"/>
              </a:ext>
            </a:extLst>
          </p:cNvPr>
          <p:cNvSpPr txBox="1"/>
          <p:nvPr/>
        </p:nvSpPr>
        <p:spPr>
          <a:xfrm>
            <a:off x="3980551" y="2605799"/>
            <a:ext cx="432525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Overriding </a:t>
            </a:r>
            <a:r>
              <a:rPr lang="en-US" sz="1400" u="sng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RecyclerView.Adapter’s</a:t>
            </a:r>
            <a:r>
              <a:rPr lang="en-US" sz="1400" u="sng" dirty="0" smtClean="0">
                <a:latin typeface="Segoe UI" panose="020B0502040204020203" pitchFamily="34" charset="0"/>
                <a:cs typeface="Segoe UI" panose="020B0502040204020203" pitchFamily="34" charset="0"/>
              </a:rPr>
              <a:t> methods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onCreateViewHolder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()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Creates and initializes the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ViewHolder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and its associated View.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onBindViewHolder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()  Fetches the appropriate data and uses the data to fill in the view holder's layout (i.e.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TextView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,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ListView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, or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ImageView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).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getItemCount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()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Gets the size of the data set</a:t>
            </a:r>
            <a:endParaRPr lang="en-SG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26852" y="57034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View</a:t>
            </a:r>
          </a:p>
          <a:p>
            <a:pPr algn="ctr"/>
            <a:r>
              <a:rPr lang="en-US" sz="1200" dirty="0" smtClean="0"/>
              <a:t>Model</a:t>
            </a:r>
            <a:endParaRPr lang="en-SG" sz="1200" dirty="0"/>
          </a:p>
        </p:txBody>
      </p:sp>
      <p:sp>
        <p:nvSpPr>
          <p:cNvPr id="24" name="Oval 23"/>
          <p:cNvSpPr/>
          <p:nvPr/>
        </p:nvSpPr>
        <p:spPr>
          <a:xfrm>
            <a:off x="355600" y="196281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393526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vs. </a:t>
            </a:r>
            <a:r>
              <a:rPr lang="en-US" dirty="0" err="1" smtClean="0"/>
              <a:t>Datasource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model represents certain data you want in your app</a:t>
            </a:r>
          </a:p>
          <a:p>
            <a:pPr lvl="1"/>
            <a:r>
              <a:rPr lang="en-US" dirty="0" smtClean="0"/>
              <a:t>e.g. Car model, Fruit model, House model</a:t>
            </a:r>
          </a:p>
          <a:p>
            <a:r>
              <a:rPr lang="en-US" dirty="0" err="1" smtClean="0"/>
              <a:t>Datasource</a:t>
            </a:r>
            <a:r>
              <a:rPr lang="en-US" dirty="0" smtClean="0"/>
              <a:t> is a separate class where you can create functions to handle different types of data models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896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DF61-2343-4150-8592-6E068007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Coding nuances that nobody really cares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12FF4-9187-4E0A-824C-E0D93064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Method or Function?</a:t>
            </a:r>
          </a:p>
          <a:p>
            <a:pPr lvl="1"/>
            <a:r>
              <a:rPr lang="en-SG" dirty="0"/>
              <a:t>A method presumes the existence of an object (i.e. defined within a class), while a function is free and independent</a:t>
            </a:r>
          </a:p>
        </p:txBody>
      </p:sp>
    </p:spTree>
    <p:extLst>
      <p:ext uri="{BB962C8B-B14F-4D97-AF65-F5344CB8AC3E}">
        <p14:creationId xmlns:p14="http://schemas.microsoft.com/office/powerpoint/2010/main" val="83162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concepts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Clean Architecture</a:t>
            </a:r>
          </a:p>
          <a:p>
            <a:r>
              <a:rPr lang="en-US" dirty="0" smtClean="0"/>
              <a:t>MVVM Architecture</a:t>
            </a:r>
          </a:p>
          <a:p>
            <a:pPr lvl="1"/>
            <a:r>
              <a:rPr lang="en-US" dirty="0" smtClean="0"/>
              <a:t>Single </a:t>
            </a:r>
            <a:r>
              <a:rPr lang="en-US" dirty="0"/>
              <a:t>Source of </a:t>
            </a:r>
            <a:r>
              <a:rPr lang="en-US" dirty="0" smtClean="0"/>
              <a:t>Truth </a:t>
            </a:r>
            <a:r>
              <a:rPr lang="en-US" dirty="0" smtClean="0">
                <a:sym typeface="Wingdings" panose="05000000000000000000" pitchFamily="2" charset="2"/>
              </a:rPr>
              <a:t> to implement the repository pattern</a:t>
            </a:r>
            <a:endParaRPr lang="en-US" dirty="0" smtClean="0"/>
          </a:p>
          <a:p>
            <a:r>
              <a:rPr lang="en-US" dirty="0" smtClean="0"/>
              <a:t>Dependency Injection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developer.android.com/topic/architecture#recommended-app-arch</a:t>
            </a:r>
            <a:endParaRPr lang="en-US" dirty="0" smtClean="0"/>
          </a:p>
          <a:p>
            <a:r>
              <a:rPr lang="en-US" dirty="0" smtClean="0"/>
              <a:t>Data Access Object (DAO)</a:t>
            </a:r>
          </a:p>
        </p:txBody>
      </p:sp>
    </p:spTree>
    <p:extLst>
      <p:ext uri="{BB962C8B-B14F-4D97-AF65-F5344CB8AC3E}">
        <p14:creationId xmlns:p14="http://schemas.microsoft.com/office/powerpoint/2010/main" val="184693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321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Wingdings</vt:lpstr>
      <vt:lpstr>Office Theme</vt:lpstr>
      <vt:lpstr>Android Activity Lifecycle</vt:lpstr>
      <vt:lpstr>Adapter</vt:lpstr>
      <vt:lpstr>PowerPoint Presentation</vt:lpstr>
      <vt:lpstr>Model vs. Datasource</vt:lpstr>
      <vt:lpstr>Coding nuances that nobody really cares</vt:lpstr>
      <vt:lpstr>More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Activity Lifecycle</dc:title>
  <dc:creator>DSTA Devt 01</dc:creator>
  <cp:lastModifiedBy>DSTA Devt 01</cp:lastModifiedBy>
  <cp:revision>38</cp:revision>
  <dcterms:created xsi:type="dcterms:W3CDTF">2022-05-30T08:41:58Z</dcterms:created>
  <dcterms:modified xsi:type="dcterms:W3CDTF">2022-06-01T08:44:22Z</dcterms:modified>
</cp:coreProperties>
</file>