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920" autoAdjust="0"/>
    <p:restoredTop sz="94660"/>
  </p:normalViewPr>
  <p:slideViewPr>
    <p:cSldViewPr snapToGrid="0">
      <p:cViewPr>
        <p:scale>
          <a:sx n="75" d="100"/>
          <a:sy n="75" d="100"/>
        </p:scale>
        <p:origin x="2184" y="9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SG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S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55EFB-A077-440B-BB8F-918E450D588D}" type="datetimeFigureOut">
              <a:rPr lang="en-SG" smtClean="0"/>
              <a:t>30/5/2022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9B65-B1CB-469D-93E1-4AFB41AAF60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05189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S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S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55EFB-A077-440B-BB8F-918E450D588D}" type="datetimeFigureOut">
              <a:rPr lang="en-SG" smtClean="0"/>
              <a:t>30/5/2022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9B65-B1CB-469D-93E1-4AFB41AAF60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9891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SG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55EFB-A077-440B-BB8F-918E450D588D}" type="datetimeFigureOut">
              <a:rPr lang="en-SG" smtClean="0"/>
              <a:t>30/5/2022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9B65-B1CB-469D-93E1-4AFB41AAF60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50163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SG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SG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SG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55EFB-A077-440B-BB8F-918E450D588D}" type="datetimeFigureOut">
              <a:rPr lang="en-SG" smtClean="0"/>
              <a:t>30/5/2022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9B65-B1CB-469D-93E1-4AFB41AAF60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367560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SG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SG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SG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55EFB-A077-440B-BB8F-918E450D588D}" type="datetimeFigureOut">
              <a:rPr lang="en-SG" smtClean="0"/>
              <a:t>30/5/2022</a:t>
            </a:fld>
            <a:endParaRPr lang="en-S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9B65-B1CB-469D-93E1-4AFB41AAF60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743510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55EFB-A077-440B-BB8F-918E450D588D}" type="datetimeFigureOut">
              <a:rPr lang="en-SG" smtClean="0"/>
              <a:t>30/5/2022</a:t>
            </a:fld>
            <a:endParaRPr lang="en-S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9B65-B1CB-469D-93E1-4AFB41AAF60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214361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55EFB-A077-440B-BB8F-918E450D588D}" type="datetimeFigureOut">
              <a:rPr lang="en-SG" smtClean="0"/>
              <a:t>30/5/2022</a:t>
            </a:fld>
            <a:endParaRPr lang="en-S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9B65-B1CB-469D-93E1-4AFB41AAF60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510834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S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SG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55EFB-A077-440B-BB8F-918E450D588D}" type="datetimeFigureOut">
              <a:rPr lang="en-SG" smtClean="0"/>
              <a:t>30/5/2022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9B65-B1CB-469D-93E1-4AFB41AAF60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1585494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SG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55EFB-A077-440B-BB8F-918E450D588D}" type="datetimeFigureOut">
              <a:rPr lang="en-SG" smtClean="0"/>
              <a:t>30/5/2022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9B65-B1CB-469D-93E1-4AFB41AAF60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27604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SG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S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55EFB-A077-440B-BB8F-918E450D588D}" type="datetimeFigureOut">
              <a:rPr lang="en-SG" smtClean="0"/>
              <a:t>30/5/2022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9B65-B1CB-469D-93E1-4AFB41AAF60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602378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SG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S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55EFB-A077-440B-BB8F-918E450D588D}" type="datetimeFigureOut">
              <a:rPr lang="en-SG" smtClean="0"/>
              <a:t>30/5/2022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9B65-B1CB-469D-93E1-4AFB41AAF60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96253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SG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S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255EFB-A077-440B-BB8F-918E450D588D}" type="datetimeFigureOut">
              <a:rPr lang="en-SG" smtClean="0"/>
              <a:t>30/5/2022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8D9B65-B1CB-469D-93E1-4AFB41AAF60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56835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Android Activity Lifecycle</a:t>
            </a:r>
            <a:endParaRPr lang="en-SG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Concepts and stuff???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305799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Adapter</a:t>
            </a:r>
            <a:endParaRPr lang="en-S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422525"/>
          </a:xfrm>
        </p:spPr>
        <p:txBody>
          <a:bodyPr>
            <a:normAutofit/>
          </a:bodyPr>
          <a:lstStyle/>
          <a:p>
            <a:r>
              <a:rPr lang="en-US" sz="2400" dirty="0" smtClean="0"/>
              <a:t>Adapts data into something that can be used by </a:t>
            </a:r>
            <a:r>
              <a:rPr lang="en-US" sz="2400" dirty="0" err="1" smtClean="0"/>
              <a:t>RecyclerView</a:t>
            </a:r>
            <a:endParaRPr lang="en-US" sz="2400" dirty="0" smtClean="0"/>
          </a:p>
          <a:p>
            <a:r>
              <a:rPr lang="en-US" sz="2400" dirty="0" smtClean="0"/>
              <a:t>When the app runs, </a:t>
            </a:r>
            <a:r>
              <a:rPr lang="en-US" sz="2400" dirty="0" err="1" smtClean="0"/>
              <a:t>RecyclerView</a:t>
            </a:r>
            <a:r>
              <a:rPr lang="en-US" sz="2400" dirty="0" smtClean="0"/>
              <a:t> uses the adapter to figure out how to display the data on the screen</a:t>
            </a:r>
          </a:p>
          <a:p>
            <a:r>
              <a:rPr lang="en-US" sz="2400" dirty="0" err="1" smtClean="0"/>
              <a:t>RecyclerView</a:t>
            </a:r>
            <a:r>
              <a:rPr lang="en-US" sz="2400" dirty="0" smtClean="0"/>
              <a:t> asks the adapter to create a new list view item for the first data item in your list, and once it has the view, it asks the adapter to provide the data to draw the item</a:t>
            </a:r>
            <a:endParaRPr lang="en-SG" sz="2400" dirty="0"/>
          </a:p>
        </p:txBody>
      </p:sp>
    </p:spTree>
    <p:extLst>
      <p:ext uri="{BB962C8B-B14F-4D97-AF65-F5344CB8AC3E}">
        <p14:creationId xmlns:p14="http://schemas.microsoft.com/office/powerpoint/2010/main" val="833164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11200" y="1003300"/>
            <a:ext cx="3009900" cy="51054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" name="TextBox 2"/>
          <p:cNvSpPr txBox="1"/>
          <p:nvPr/>
        </p:nvSpPr>
        <p:spPr>
          <a:xfrm>
            <a:off x="723900" y="596900"/>
            <a:ext cx="2961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 smtClean="0"/>
              <a:t>RecyclerView</a:t>
            </a:r>
            <a:r>
              <a:rPr lang="en-US" dirty="0" smtClean="0"/>
              <a:t> (UI component)</a:t>
            </a:r>
            <a:endParaRPr lang="en-SG" dirty="0"/>
          </a:p>
        </p:txBody>
      </p:sp>
      <p:sp>
        <p:nvSpPr>
          <p:cNvPr id="4" name="Rectangle 3"/>
          <p:cNvSpPr/>
          <p:nvPr/>
        </p:nvSpPr>
        <p:spPr>
          <a:xfrm>
            <a:off x="1041400" y="1371600"/>
            <a:ext cx="2336800" cy="1016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</a:rPr>
              <a:t>ViewHolder</a:t>
            </a:r>
            <a:endParaRPr lang="en-SG" dirty="0">
              <a:solidFill>
                <a:schemeClr val="tx1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041400" y="2489200"/>
            <a:ext cx="2336800" cy="1016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>
                <a:solidFill>
                  <a:schemeClr val="tx1"/>
                </a:solidFill>
              </a:rPr>
              <a:t>ViewHolder</a:t>
            </a:r>
            <a:endParaRPr lang="en-SG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047750" y="3606800"/>
            <a:ext cx="2336800" cy="1016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>
                <a:solidFill>
                  <a:schemeClr val="tx1"/>
                </a:solidFill>
              </a:rPr>
              <a:t>ViewHolder</a:t>
            </a:r>
            <a:endParaRPr lang="en-SG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047750" y="4724400"/>
            <a:ext cx="2336800" cy="1016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>
                <a:solidFill>
                  <a:schemeClr val="tx1"/>
                </a:solidFill>
              </a:rPr>
              <a:t>ViewHolder</a:t>
            </a:r>
            <a:endParaRPr lang="en-SG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699000" y="1371600"/>
            <a:ext cx="2336800" cy="1016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</a:rPr>
              <a:t>ListView</a:t>
            </a:r>
            <a:r>
              <a:rPr lang="en-US" dirty="0" smtClean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en-US" dirty="0" smtClean="0">
                <a:solidFill>
                  <a:schemeClr val="tx1"/>
                </a:solidFill>
              </a:rPr>
              <a:t>(UI component)</a:t>
            </a:r>
            <a:endParaRPr lang="en-SG" dirty="0">
              <a:solidFill>
                <a:schemeClr val="tx1"/>
              </a:solidFill>
            </a:endParaRPr>
          </a:p>
        </p:txBody>
      </p:sp>
      <p:cxnSp>
        <p:nvCxnSpPr>
          <p:cNvPr id="10" name="Straight Arrow Connector 9"/>
          <p:cNvCxnSpPr>
            <a:stCxn id="8" idx="1"/>
          </p:cNvCxnSpPr>
          <p:nvPr/>
        </p:nvCxnSpPr>
        <p:spPr>
          <a:xfrm flipH="1">
            <a:off x="3378200" y="1879600"/>
            <a:ext cx="1320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8763000" y="1371600"/>
            <a:ext cx="2336800" cy="1016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Adapter</a:t>
            </a:r>
            <a:endParaRPr lang="en-SG" dirty="0">
              <a:solidFill>
                <a:schemeClr val="tx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763000" y="3860800"/>
            <a:ext cx="2336800" cy="1016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Data Source</a:t>
            </a:r>
            <a:endParaRPr lang="en-SG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1" idx="1"/>
            <a:endCxn id="8" idx="3"/>
          </p:cNvCxnSpPr>
          <p:nvPr/>
        </p:nvCxnSpPr>
        <p:spPr>
          <a:xfrm flipH="1">
            <a:off x="7035800" y="1879600"/>
            <a:ext cx="17272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17679" y="1571823"/>
            <a:ext cx="15634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>
                <a:solidFill>
                  <a:schemeClr val="accent1"/>
                </a:solidFill>
              </a:rPr>
              <a:t>Populate with data</a:t>
            </a:r>
            <a:endParaRPr lang="en-SG" sz="1400" dirty="0">
              <a:solidFill>
                <a:schemeClr val="accent1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148170" y="1879600"/>
            <a:ext cx="15024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>
                <a:solidFill>
                  <a:schemeClr val="accent1"/>
                </a:solidFill>
              </a:rPr>
              <a:t>Control display on</a:t>
            </a:r>
            <a:endParaRPr lang="en-SG" sz="1400" dirty="0">
              <a:solidFill>
                <a:schemeClr val="accent1"/>
              </a:solidFill>
            </a:endParaRPr>
          </a:p>
        </p:txBody>
      </p:sp>
      <p:cxnSp>
        <p:nvCxnSpPr>
          <p:cNvPr id="18" name="Straight Arrow Connector 17"/>
          <p:cNvCxnSpPr>
            <a:stCxn id="12" idx="0"/>
            <a:endCxn id="11" idx="2"/>
          </p:cNvCxnSpPr>
          <p:nvPr/>
        </p:nvCxnSpPr>
        <p:spPr>
          <a:xfrm flipV="1">
            <a:off x="9931400" y="2387600"/>
            <a:ext cx="0" cy="14732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394950" y="2862590"/>
            <a:ext cx="11235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chemeClr val="accent1"/>
                </a:solidFill>
              </a:rPr>
              <a:t>Pass data as parameter</a:t>
            </a:r>
            <a:endParaRPr lang="en-SG" sz="1400" dirty="0">
              <a:solidFill>
                <a:schemeClr val="accent1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403871" y="1571823"/>
            <a:ext cx="13256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>
                <a:solidFill>
                  <a:schemeClr val="accent1"/>
                </a:solidFill>
              </a:rPr>
              <a:t>Represented by</a:t>
            </a:r>
            <a:endParaRPr lang="en-SG" sz="1400" dirty="0">
              <a:solidFill>
                <a:schemeClr val="accent1"/>
              </a:solidFill>
            </a:endParaRPr>
          </a:p>
        </p:txBody>
      </p:sp>
      <p:cxnSp>
        <p:nvCxnSpPr>
          <p:cNvPr id="25" name="Elbow Connector 24"/>
          <p:cNvCxnSpPr/>
          <p:nvPr/>
        </p:nvCxnSpPr>
        <p:spPr>
          <a:xfrm rot="16200000" flipV="1">
            <a:off x="6070600" y="-2489200"/>
            <a:ext cx="12700" cy="7721600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535774" y="674588"/>
            <a:ext cx="50823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>
                <a:solidFill>
                  <a:schemeClr val="accent1"/>
                </a:solidFill>
              </a:rPr>
              <a:t>Holds; once a </a:t>
            </a:r>
            <a:r>
              <a:rPr lang="en-US" sz="1400" dirty="0" err="1" smtClean="0">
                <a:solidFill>
                  <a:schemeClr val="accent1"/>
                </a:solidFill>
              </a:rPr>
              <a:t>ViewHolder</a:t>
            </a:r>
            <a:r>
              <a:rPr lang="en-US" sz="1400" dirty="0" smtClean="0">
                <a:solidFill>
                  <a:schemeClr val="accent1"/>
                </a:solidFill>
              </a:rPr>
              <a:t> is reused (when it goes out of screen), adapter will pass it next data</a:t>
            </a:r>
            <a:endParaRPr lang="en-SG" sz="1400" dirty="0">
              <a:solidFill>
                <a:schemeClr val="accent1"/>
              </a:solidFill>
            </a:endParaRPr>
          </a:p>
        </p:txBody>
      </p:sp>
      <p:sp>
        <p:nvSpPr>
          <p:cNvPr id="28" name="Oval 27"/>
          <p:cNvSpPr/>
          <p:nvPr/>
        </p:nvSpPr>
        <p:spPr>
          <a:xfrm>
            <a:off x="9474200" y="2692400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Model</a:t>
            </a:r>
            <a:endParaRPr lang="en-SG" sz="1200" dirty="0"/>
          </a:p>
        </p:txBody>
      </p:sp>
      <p:sp>
        <p:nvSpPr>
          <p:cNvPr id="29" name="TextBox 28"/>
          <p:cNvSpPr txBox="1"/>
          <p:nvPr/>
        </p:nvSpPr>
        <p:spPr>
          <a:xfrm>
            <a:off x="4531879" y="5924034"/>
            <a:ext cx="74315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Adapter uses </a:t>
            </a:r>
            <a:r>
              <a:rPr lang="en-US" dirty="0" err="1" smtClean="0"/>
              <a:t>ViewHolder</a:t>
            </a:r>
            <a:r>
              <a:rPr lang="en-US" dirty="0" smtClean="0"/>
              <a:t> objects as a way to bind (display) data to the UI, in this case the </a:t>
            </a:r>
            <a:r>
              <a:rPr lang="en-US" dirty="0" err="1" smtClean="0"/>
              <a:t>ListView</a:t>
            </a:r>
            <a:r>
              <a:rPr lang="en-US" dirty="0" smtClean="0"/>
              <a:t> UI component in </a:t>
            </a:r>
            <a:r>
              <a:rPr lang="en-US" dirty="0" err="1" smtClean="0"/>
              <a:t>RecyclerView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935265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154</Words>
  <Application>Microsoft Office PowerPoint</Application>
  <PresentationFormat>Widescreen</PresentationFormat>
  <Paragraphs>22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Android Activity Lifecycle</vt:lpstr>
      <vt:lpstr>Adapter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Android Activity Lifecycle</dc:title>
  <dc:creator>DSTA Devt 01</dc:creator>
  <cp:lastModifiedBy>DSTA Devt 01</cp:lastModifiedBy>
  <cp:revision>16</cp:revision>
  <dcterms:created xsi:type="dcterms:W3CDTF">2022-05-30T08:41:58Z</dcterms:created>
  <dcterms:modified xsi:type="dcterms:W3CDTF">2022-05-30T10:12:31Z</dcterms:modified>
</cp:coreProperties>
</file>