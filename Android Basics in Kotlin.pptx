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62" r:id="rId3"/>
    <p:sldId id="263" r:id="rId4"/>
    <p:sldId id="264" r:id="rId5"/>
    <p:sldId id="271" r:id="rId6"/>
    <p:sldId id="265" r:id="rId7"/>
    <p:sldId id="257" r:id="rId8"/>
    <p:sldId id="258" r:id="rId9"/>
    <p:sldId id="260" r:id="rId10"/>
    <p:sldId id="259" r:id="rId11"/>
    <p:sldId id="261" r:id="rId12"/>
    <p:sldId id="267" r:id="rId13"/>
    <p:sldId id="268" r:id="rId14"/>
    <p:sldId id="269" r:id="rId15"/>
    <p:sldId id="270" r:id="rId16"/>
    <p:sldId id="26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Lst>
        </p14:section>
        <p14:section name="All About Testing" id="{1760EBF3-D43D-40CE-8F81-D3B0E7B48B84}">
          <p14:sldIdLst>
            <p14:sldId id="264"/>
            <p14:sldId id="271"/>
            <p14:sldId id="265"/>
          </p14:sldIdLst>
        </p14:section>
        <p14:section name="Adapter &gt; ViewHolder &gt; RecyclerView" id="{ED2873D2-7274-4F37-9EA1-29B6BCF376E0}">
          <p14:sldIdLst>
            <p14:sldId id="257"/>
            <p14:sldId id="258"/>
            <p14:sldId id="260"/>
            <p14:sldId id="259"/>
            <p14:sldId id="261"/>
          </p14:sldIdLst>
        </p14:section>
        <p14:section name="CI/CD" id="{E6169A93-43D0-47AB-A84E-FB0E09D06245}">
          <p14:sldIdLst>
            <p14:sldId id="267"/>
            <p14:sldId id="268"/>
            <p14:sldId id="269"/>
            <p14:sldId id="270"/>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11/6/2022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8</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15</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11/6/2022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11/6/2022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11/6/2022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11/6/2022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11/6/2022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11/6/2022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p:txBody>
          <a:bodyPr>
            <a:normAutofit/>
          </a:bodyPr>
          <a:lstStyle/>
          <a:p>
            <a:r>
              <a:rPr lang="en-US" sz="2000" dirty="0"/>
              <a:t>Normally non-null properties must be initialized in the constructor, but sometimes that isn't practical. In those cases, a property can be marked with </a:t>
            </a:r>
            <a:r>
              <a:rPr lang="en-US" sz="2000" dirty="0" err="1">
                <a:highlight>
                  <a:srgbClr val="FFFF00"/>
                </a:highlight>
                <a:latin typeface="Consolas" panose="020B0609020204030204" pitchFamily="49" charset="0"/>
              </a:rPr>
              <a:t>lateinit</a:t>
            </a:r>
            <a:r>
              <a:rPr lang="en-US" sz="2000" dirty="0"/>
              <a:t>, which is a promise that the variable will be initialized before it is used. Note that an exception will be thrown if that property is accessed before being initialized.</a:t>
            </a:r>
          </a:p>
          <a:p>
            <a:r>
              <a:rPr lang="en-US" sz="20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2000" dirty="0">
                <a:highlight>
                  <a:srgbClr val="FFFF00"/>
                </a:highlight>
                <a:latin typeface="Consolas" panose="020B0609020204030204" pitchFamily="49" charset="0"/>
              </a:rPr>
              <a:t>null</a:t>
            </a:r>
            <a:r>
              <a:rPr lang="en-US" sz="2000" dirty="0"/>
              <a:t> value. </a:t>
            </a:r>
            <a:r>
              <a:rPr lang="en-US" sz="2000" dirty="0">
                <a:latin typeface="Consolas" panose="020B0609020204030204" pitchFamily="49" charset="0"/>
              </a:rPr>
              <a:t>null</a:t>
            </a:r>
            <a:r>
              <a:rPr lang="en-US" sz="2000" dirty="0"/>
              <a:t> means there is no value. If a method expects a value, passing null will cause an error.</a:t>
            </a:r>
            <a:endParaRPr lang="en-SG" sz="20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spTree>
    <p:extLst>
      <p:ext uri="{BB962C8B-B14F-4D97-AF65-F5344CB8AC3E}">
        <p14:creationId xmlns:p14="http://schemas.microsoft.com/office/powerpoint/2010/main" val="3962322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1892134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825625"/>
            <a:ext cx="10515600" cy="2422525"/>
          </a:xfrm>
        </p:spPr>
        <p:txBody>
          <a:bodyPr>
            <a:normAutofit/>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endParaRPr lang="en-SG" sz="2400" dirty="0"/>
          </a:p>
        </p:txBody>
      </p:sp>
    </p:spTree>
    <p:extLst>
      <p:ext uri="{BB962C8B-B14F-4D97-AF65-F5344CB8AC3E}">
        <p14:creationId xmlns:p14="http://schemas.microsoft.com/office/powerpoint/2010/main" val="833164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ViewHolders</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functions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p:txBody>
      </p:sp>
    </p:spTree>
    <p:extLst>
      <p:ext uri="{BB962C8B-B14F-4D97-AF65-F5344CB8AC3E}">
        <p14:creationId xmlns:p14="http://schemas.microsoft.com/office/powerpoint/2010/main" val="1846938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885</TotalTime>
  <Words>1142</Words>
  <Application>Microsoft Office PowerPoint</Application>
  <PresentationFormat>Widescreen</PresentationFormat>
  <Paragraphs>79</Paragraphs>
  <Slides>16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Light</vt:lpstr>
      <vt:lpstr>Consolas</vt:lpstr>
      <vt:lpstr>Segoe UI</vt:lpstr>
      <vt:lpstr>Office Theme</vt:lpstr>
      <vt:lpstr>Android Basics in Kotlin</vt:lpstr>
      <vt:lpstr>Vocabulary</vt:lpstr>
      <vt:lpstr>Vocabulary</vt:lpstr>
      <vt:lpstr>Automated Testing</vt:lpstr>
      <vt:lpstr>Automated Testing</vt:lpstr>
      <vt:lpstr>Testing Pyramid</vt:lpstr>
      <vt:lpstr>Adapter</vt:lpstr>
      <vt:lpstr>PowerPoint Presentation</vt:lpstr>
      <vt:lpstr>Model vs. Datasource</vt:lpstr>
      <vt:lpstr>Coding nuances that nobody really cares</vt:lpstr>
      <vt:lpstr>More concepts</vt:lpstr>
      <vt:lpstr>What is it??? Too abstract???</vt:lpstr>
      <vt:lpstr>PowerPoint Presentation</vt:lpstr>
      <vt:lpstr>PowerPoint Presentation</vt:lpstr>
      <vt:lpstr>PowerPoint Presentation</vt:lpstr>
      <vt:lpstr>Different CI/CD Approaches???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73</cp:revision>
  <dcterms:created xsi:type="dcterms:W3CDTF">2022-05-30T08:41:58Z</dcterms:created>
  <dcterms:modified xsi:type="dcterms:W3CDTF">2022-06-11T05:01:56Z</dcterms:modified>
</cp:coreProperties>
</file>