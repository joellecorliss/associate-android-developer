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262" r:id="rId3"/>
    <p:sldId id="263" r:id="rId4"/>
    <p:sldId id="272" r:id="rId5"/>
    <p:sldId id="273" r:id="rId6"/>
    <p:sldId id="281" r:id="rId7"/>
    <p:sldId id="275" r:id="rId8"/>
    <p:sldId id="276" r:id="rId9"/>
    <p:sldId id="290" r:id="rId10"/>
    <p:sldId id="291" r:id="rId11"/>
    <p:sldId id="274" r:id="rId12"/>
    <p:sldId id="288" r:id="rId13"/>
    <p:sldId id="278" r:id="rId14"/>
    <p:sldId id="287" r:id="rId15"/>
    <p:sldId id="284" r:id="rId16"/>
    <p:sldId id="264" r:id="rId17"/>
    <p:sldId id="271" r:id="rId18"/>
    <p:sldId id="265" r:id="rId19"/>
    <p:sldId id="289" r:id="rId20"/>
    <p:sldId id="283" r:id="rId21"/>
    <p:sldId id="282" r:id="rId22"/>
    <p:sldId id="285" r:id="rId23"/>
    <p:sldId id="286" r:id="rId24"/>
    <p:sldId id="277" r:id="rId25"/>
    <p:sldId id="280" r:id="rId26"/>
    <p:sldId id="257" r:id="rId27"/>
    <p:sldId id="258" r:id="rId28"/>
    <p:sldId id="260" r:id="rId29"/>
    <p:sldId id="259" r:id="rId30"/>
    <p:sldId id="279" r:id="rId31"/>
    <p:sldId id="267" r:id="rId32"/>
    <p:sldId id="268" r:id="rId33"/>
    <p:sldId id="269" r:id="rId34"/>
    <p:sldId id="270" r:id="rId35"/>
    <p:sldId id="266" r:id="rId36"/>
    <p:sldId id="26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0"/>
            <p14:sldId id="291"/>
            <p14:sldId id="274"/>
            <p14:sldId id="288"/>
          </p14:sldIdLst>
        </p14:section>
        <p14:section name="Android Studio" id="{A5880AA5-B5CC-4094-8340-7A2E235FF0C1}">
          <p14:sldIdLst>
            <p14:sldId id="278"/>
            <p14:sldId id="287"/>
          </p14:sldIdLst>
        </p14:section>
        <p14:section name="All About Testing and Debugging" id="{1760EBF3-D43D-40CE-8F81-D3B0E7B48B84}">
          <p14:sldIdLst>
            <p14:sldId id="284"/>
            <p14:sldId id="264"/>
            <p14:sldId id="271"/>
            <p14:sldId id="265"/>
            <p14:sldId id="289"/>
            <p14:sldId id="283"/>
            <p14:sldId id="282"/>
            <p14:sldId id="285"/>
            <p14:sldId id="286"/>
          </p14:sldIdLst>
        </p14:section>
        <p14:section name="Resources &gt; Layout &gt; Activity" id="{075AA403-EAF5-4876-A8D8-FA1693109801}">
          <p14:sldIdLst>
            <p14:sldId id="277"/>
            <p14:sldId id="280"/>
          </p14:sldIdLst>
        </p14:section>
        <p14:section name="Adapter &gt; ViewHolder &gt; RecyclerView" id="{ED2873D2-7274-4F37-9EA1-29B6BCF376E0}">
          <p14:sldIdLst>
            <p14:sldId id="257"/>
            <p14:sldId id="258"/>
            <p14:sldId id="260"/>
            <p14:sldId id="259"/>
          </p14:sldIdLst>
        </p14:section>
        <p14:section name="Gradle" id="{8862B42C-AB28-4740-92D7-08BBDECDF7E4}">
          <p14:sldIdLst>
            <p14:sldId id="279"/>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1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12/6/2022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27</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34</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12/6/2022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12/6/2022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12/6/2022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12/6/2022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12/6/2022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12/6/2022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12/6/2022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12/6/2022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12/6/2022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12/6/2022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12/6/2022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12/6/2022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p>
          <a:p>
            <a:r>
              <a:rPr lang="en-US" sz="2000" dirty="0"/>
              <a:t>To organize Views, you put them in a container. A </a:t>
            </a:r>
            <a:r>
              <a:rPr lang="en-US" sz="2000" dirty="0" err="1">
                <a:highlight>
                  <a:srgbClr val="FFFF00"/>
                </a:highlight>
              </a:rPr>
              <a:t>ViewGroup</a:t>
            </a:r>
            <a:r>
              <a:rPr lang="en-US" sz="2000" dirty="0"/>
              <a:t> is a container that </a:t>
            </a:r>
            <a:r>
              <a:rPr lang="en-US" sz="2000" dirty="0">
                <a:highlight>
                  <a:srgbClr val="FFFF00"/>
                </a:highlight>
              </a:rPr>
              <a:t>View</a:t>
            </a:r>
            <a:r>
              <a:rPr lang="en-US" sz="2000" dirty="0"/>
              <a:t> objects can sit in, and is responsible for arranging the Views inside it. One kind of </a:t>
            </a:r>
            <a:r>
              <a:rPr lang="en-US" sz="2000" dirty="0" err="1"/>
              <a:t>ViewGroup</a:t>
            </a:r>
            <a:r>
              <a:rPr lang="en-US" sz="2000" dirty="0"/>
              <a:t> is a </a:t>
            </a:r>
            <a:r>
              <a:rPr lang="en-US" sz="2000" dirty="0" err="1">
                <a:highlight>
                  <a:srgbClr val="FFFF00"/>
                </a:highlight>
                <a:latin typeface="Consolas" panose="020B0609020204030204" pitchFamily="49" charset="0"/>
              </a:rPr>
              <a:t>ConstraintLayout</a:t>
            </a:r>
            <a:r>
              <a:rPr lang="en-US" sz="2000" dirty="0"/>
              <a:t>, which helps you arrange the Views inside it in a flexible way. </a:t>
            </a:r>
            <a:r>
              <a:rPr lang="en-US" sz="2000" dirty="0">
                <a:highlight>
                  <a:srgbClr val="FFFF00"/>
                </a:highlight>
              </a:rPr>
              <a:t>Views need to be constrained horizontally and vertically within a </a:t>
            </a:r>
            <a:r>
              <a:rPr lang="en-US" sz="2000" dirty="0" err="1">
                <a:highlight>
                  <a:srgbClr val="FFFF00"/>
                </a:highlight>
                <a:latin typeface="Consolas" panose="020B0609020204030204" pitchFamily="49" charset="0"/>
              </a:rPr>
              <a:t>ConstraintLayout</a:t>
            </a:r>
            <a:r>
              <a:rPr lang="en-US" sz="2000" dirty="0"/>
              <a:t>.</a:t>
            </a:r>
          </a:p>
          <a:p>
            <a:r>
              <a:rPr lang="en-US" sz="2000" dirty="0" err="1">
                <a:highlight>
                  <a:srgbClr val="FFFF00"/>
                </a:highlight>
              </a:rPr>
              <a:t>dp</a:t>
            </a:r>
            <a:r>
              <a:rPr lang="en-US" sz="2000" dirty="0"/>
              <a:t> is a unit of measure for distances on the screen, </a:t>
            </a:r>
            <a:r>
              <a:rPr lang="en-US" sz="2000" dirty="0" err="1">
                <a:highlight>
                  <a:srgbClr val="FFFF00"/>
                </a:highlight>
              </a:rPr>
              <a:t>sp</a:t>
            </a:r>
            <a:r>
              <a:rPr lang="en-US" sz="2000" dirty="0"/>
              <a:t> is a unit of measure for the font size.</a:t>
            </a:r>
          </a:p>
          <a:p>
            <a:r>
              <a:rPr lang="en-US" sz="2000" dirty="0"/>
              <a:t>In Android, a graphic that can be drawn to the screen is generally referred to as a </a:t>
            </a:r>
            <a:r>
              <a:rPr lang="en-US" sz="2000" dirty="0">
                <a:highlight>
                  <a:srgbClr val="FFFF00"/>
                </a:highlight>
              </a:rPr>
              <a:t>drawable</a:t>
            </a:r>
            <a:r>
              <a:rPr lang="en-US" sz="2000" dirty="0"/>
              <a:t>.</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a:t>
            </a:r>
          </a:p>
          <a:p>
            <a:pPr marL="0" indent="0">
              <a:buNone/>
            </a:pPr>
            <a:endParaRPr lang="en-SG" sz="1800" dirty="0"/>
          </a:p>
          <a:p>
            <a:pPr marL="0" indent="0">
              <a:buNone/>
            </a:pPr>
            <a:r>
              <a:rPr lang="en-SG" sz="1800" dirty="0"/>
              <a:t>Properties/Fields can also be abstract.</a:t>
            </a:r>
          </a:p>
        </p:txBody>
      </p:sp>
    </p:spTree>
    <p:extLst>
      <p:ext uri="{BB962C8B-B14F-4D97-AF65-F5344CB8AC3E}">
        <p14:creationId xmlns:p14="http://schemas.microsoft.com/office/powerpoint/2010/main" val="33737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546126"/>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4046706"/>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892817"/>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580406" y="1974477"/>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490936"/>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337047"/>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1663133657"/>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 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Activity Display Flow</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6869349" y="1160813"/>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6869349" y="1896984"/>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214682" y="2994523"/>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7" idx="0"/>
          </p:cNvCxnSpPr>
          <p:nvPr/>
        </p:nvCxnSpPr>
        <p:spPr>
          <a:xfrm flipH="1">
            <a:off x="8305801" y="1690970"/>
            <a:ext cx="805774" cy="13035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480331" y="1745244"/>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Tree>
    <p:extLst>
      <p:ext uri="{BB962C8B-B14F-4D97-AF65-F5344CB8AC3E}">
        <p14:creationId xmlns:p14="http://schemas.microsoft.com/office/powerpoint/2010/main" val="33701740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Activity Display Flow</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825625"/>
            <a:ext cx="10515600" cy="2422525"/>
          </a:xfrm>
        </p:spPr>
        <p:txBody>
          <a:bodyPr>
            <a:normAutofit/>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endParaRPr lang="en-SG" sz="2400" dirty="0"/>
          </a:p>
        </p:txBody>
      </p:sp>
    </p:spTree>
    <p:extLst>
      <p:ext uri="{BB962C8B-B14F-4D97-AF65-F5344CB8AC3E}">
        <p14:creationId xmlns:p14="http://schemas.microsoft.com/office/powerpoint/2010/main" val="8331642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ViewHolders</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functions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1718940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1656</TotalTime>
  <Words>3188</Words>
  <Application>Microsoft Office PowerPoint</Application>
  <PresentationFormat>Widescreen</PresentationFormat>
  <Paragraphs>267</Paragraphs>
  <Slides>36</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Abstract? Wtf is that??</vt:lpstr>
      <vt:lpstr>Abstract vs. Open???</vt:lpstr>
      <vt:lpstr>Generics???</vt:lpstr>
      <vt:lpstr>Dynamic String Resources</vt:lpstr>
      <vt:lpstr>Auto Imports</vt:lpstr>
      <vt:lpstr>Lemonade App Flow</vt:lpstr>
      <vt:lpstr>Testing Pyramid</vt:lpstr>
      <vt:lpstr>Automated Testing</vt:lpstr>
      <vt:lpstr>Automated Testing</vt:lpstr>
      <vt:lpstr>Unit Tests</vt:lpstr>
      <vt:lpstr>Instrumentation Tests</vt:lpstr>
      <vt:lpstr>Unit Tests</vt:lpstr>
      <vt:lpstr>Unit Tests</vt:lpstr>
      <vt:lpstr>Debugging</vt:lpstr>
      <vt:lpstr>Log Levels</vt:lpstr>
      <vt:lpstr>Activity Display Flow</vt:lpstr>
      <vt:lpstr>Activity Display Flow</vt:lpstr>
      <vt:lpstr>Adapter</vt:lpstr>
      <vt:lpstr>PowerPoint Presentation</vt:lpstr>
      <vt:lpstr>Model vs. Datasource</vt:lpstr>
      <vt:lpstr>Coding nuances that nobody really cares</vt:lpstr>
      <vt:lpstr>Gradle</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235</cp:revision>
  <dcterms:created xsi:type="dcterms:W3CDTF">2022-05-30T08:41:58Z</dcterms:created>
  <dcterms:modified xsi:type="dcterms:W3CDTF">2022-06-12T15:56:01Z</dcterms:modified>
</cp:coreProperties>
</file>