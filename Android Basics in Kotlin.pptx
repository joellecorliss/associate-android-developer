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278" r:id="rId17"/>
    <p:sldId id="287" r:id="rId18"/>
    <p:sldId id="284" r:id="rId19"/>
    <p:sldId id="264" r:id="rId20"/>
    <p:sldId id="271" r:id="rId21"/>
    <p:sldId id="265" r:id="rId22"/>
    <p:sldId id="289" r:id="rId23"/>
    <p:sldId id="302" r:id="rId24"/>
    <p:sldId id="303" r:id="rId25"/>
    <p:sldId id="283" r:id="rId26"/>
    <p:sldId id="282" r:id="rId27"/>
    <p:sldId id="285" r:id="rId28"/>
    <p:sldId id="286" r:id="rId29"/>
    <p:sldId id="296" r:id="rId30"/>
    <p:sldId id="297" r:id="rId31"/>
    <p:sldId id="298" r:id="rId32"/>
    <p:sldId id="277" r:id="rId33"/>
    <p:sldId id="280" r:id="rId34"/>
    <p:sldId id="299" r:id="rId35"/>
    <p:sldId id="300" r:id="rId36"/>
    <p:sldId id="301" r:id="rId37"/>
    <p:sldId id="257" r:id="rId38"/>
    <p:sldId id="258" r:id="rId39"/>
    <p:sldId id="292" r:id="rId40"/>
    <p:sldId id="260" r:id="rId41"/>
    <p:sldId id="259" r:id="rId42"/>
    <p:sldId id="279" r:id="rId43"/>
    <p:sldId id="267" r:id="rId44"/>
    <p:sldId id="268" r:id="rId45"/>
    <p:sldId id="269" r:id="rId46"/>
    <p:sldId id="270" r:id="rId47"/>
    <p:sldId id="266" r:id="rId48"/>
    <p:sldId id="26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Lst>
        </p14:section>
        <p14:section name="Android Studio" id="{A5880AA5-B5CC-4094-8340-7A2E235FF0C1}">
          <p14:sldIdLst>
            <p14:sldId id="278"/>
            <p14:sldId id="287"/>
          </p14:sldIdLst>
        </p14:section>
        <p14:section name="All About Testing and Debugging" id="{1760EBF3-D43D-40CE-8F81-D3B0E7B48B84}">
          <p14:sldIdLst>
            <p14:sldId id="284"/>
            <p14:sldId id="264"/>
            <p14:sldId id="271"/>
            <p14:sldId id="265"/>
            <p14:sldId id="289"/>
            <p14:sldId id="302"/>
            <p14:sldId id="303"/>
            <p14:sldId id="283"/>
            <p14:sldId id="282"/>
            <p14:sldId id="285"/>
            <p14:sldId id="286"/>
          </p14:sldIdLst>
        </p14:section>
        <p14:section name="Resources &gt; Layout &gt; Activity" id="{075AA403-EAF5-4876-A8D8-FA1693109801}">
          <p14:sldIdLst>
            <p14:sldId id="296"/>
            <p14:sldId id="297"/>
            <p14:sldId id="298"/>
            <p14:sldId id="277"/>
            <p14:sldId id="280"/>
            <p14:sldId id="299"/>
            <p14:sldId id="300"/>
            <p14:sldId id="301"/>
          </p14:sldIdLst>
        </p14:section>
        <p14:section name="Adapter &gt; ViewHolder &gt; RecyclerView" id="{ED2873D2-7274-4F37-9EA1-29B6BCF376E0}">
          <p14:sldIdLst>
            <p14:sldId id="257"/>
            <p14:sldId id="258"/>
            <p14:sldId id="292"/>
            <p14:sldId id="260"/>
            <p14:sldId id="259"/>
          </p14:sldIdLst>
        </p14:section>
        <p14:section name="Gradle" id="{8862B42C-AB28-4740-92D7-08BBDECDF7E4}">
          <p14:sldIdLst>
            <p14:sldId id="279"/>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18/6/2022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38</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46</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18/6/2022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18/6/2022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18/6/2022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18/6/2022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18/6/2022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18/6/2022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151101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224718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334472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704636" y="2041167"/>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209544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Data &gt; Adapter &gt; </a:t>
            </a:r>
            <a:r>
              <a:rPr lang="en-SG" dirty="0" err="1"/>
              <a:t>RecyclerView</a:t>
            </a:r>
            <a:r>
              <a:rPr lang="en-SG" dirty="0"/>
              <a:t> &gt; View</a:t>
            </a:r>
          </a:p>
        </p:txBody>
      </p:sp>
    </p:spTree>
    <p:extLst>
      <p:ext uri="{BB962C8B-B14F-4D97-AF65-F5344CB8AC3E}">
        <p14:creationId xmlns:p14="http://schemas.microsoft.com/office/powerpoint/2010/main" val="9175815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2055</TotalTime>
  <Words>4717</Words>
  <Application>Microsoft Office PowerPoint</Application>
  <PresentationFormat>Widescreen</PresentationFormat>
  <Paragraphs>402</Paragraphs>
  <Slides>48</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48</vt:i4>
      </vt:variant>
    </vt:vector>
  </HeadingPairs>
  <TitlesOfParts>
    <vt:vector size="55"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Auto Imports</vt:lpstr>
      <vt:lpstr>Lemonade App Flow</vt:lpstr>
      <vt:lpstr>Testing Pyramid</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XML</vt:lpstr>
      <vt:lpstr>XML</vt:lpstr>
      <vt:lpstr>XML</vt:lpstr>
      <vt:lpstr>Display Flow #1</vt:lpstr>
      <vt:lpstr>Display Flow #1</vt:lpstr>
      <vt:lpstr>Display Flow #2: View Binding</vt:lpstr>
      <vt:lpstr>Display Flow #2: View Binding</vt:lpstr>
      <vt:lpstr>Display Flow #2: View Binding</vt:lpstr>
      <vt:lpstr>Adapter</vt:lpstr>
      <vt:lpstr>PowerPoint Presentation</vt:lpstr>
      <vt:lpstr>Data &gt; Adapter &gt; RecyclerView &gt; View</vt:lpstr>
      <vt:lpstr>Model vs. Datasource</vt:lpstr>
      <vt:lpstr>Coding nuances that nobody really cares</vt:lpstr>
      <vt:lpstr>Gradle</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333</cp:revision>
  <dcterms:created xsi:type="dcterms:W3CDTF">2022-05-30T08:41:58Z</dcterms:created>
  <dcterms:modified xsi:type="dcterms:W3CDTF">2022-06-18T15:23:35Z</dcterms:modified>
</cp:coreProperties>
</file>