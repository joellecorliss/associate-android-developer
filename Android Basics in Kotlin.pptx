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2" r:id="rId3"/>
    <p:sldId id="263" r:id="rId4"/>
    <p:sldId id="264" r:id="rId5"/>
    <p:sldId id="257" r:id="rId6"/>
    <p:sldId id="258" r:id="rId7"/>
    <p:sldId id="260" r:id="rId8"/>
    <p:sldId id="259"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Lst>
        </p14:section>
        <p14:section name="All About Testing" id="{1760EBF3-D43D-40CE-8F81-D3B0E7B48B84}">
          <p14:sldIdLst>
            <p14:sldId id="264"/>
          </p14:sldIdLst>
        </p14:section>
        <p14:section name="Adapter &gt; ViewHolder &gt; RecyclerView" id="{ED2873D2-7274-4F37-9EA1-29B6BCF376E0}">
          <p14:sldIdLst>
            <p14:sldId id="257"/>
            <p14:sldId id="258"/>
            <p14:sldId id="260"/>
            <p14:sldId id="259"/>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4/6/2022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6</a:t>
            </a:fld>
            <a:endParaRPr lang="en-SG"/>
          </a:p>
        </p:txBody>
      </p:sp>
    </p:spTree>
    <p:extLst>
      <p:ext uri="{BB962C8B-B14F-4D97-AF65-F5344CB8AC3E}">
        <p14:creationId xmlns:p14="http://schemas.microsoft.com/office/powerpoint/2010/main" val="1518538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4/6/2022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4/6/2022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4/6/2022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4/6/2022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4/6/2022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4/6/2022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ViewHolders</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785</TotalTime>
  <Words>921</Words>
  <Application>Microsoft Office PowerPoint</Application>
  <PresentationFormat>Widescreen</PresentationFormat>
  <Paragraphs>63</Paragraphs>
  <Slides>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Calibri Light</vt:lpstr>
      <vt:lpstr>Consolas</vt:lpstr>
      <vt:lpstr>Segoe UI</vt:lpstr>
      <vt:lpstr>Office Theme</vt:lpstr>
      <vt:lpstr>Android Basics in Kotlin</vt:lpstr>
      <vt:lpstr>Vocabulary</vt:lpstr>
      <vt:lpstr>Vocabulary</vt:lpstr>
      <vt:lpstr>Automated Testing</vt:lpstr>
      <vt:lpstr>Adapter</vt:lpstr>
      <vt:lpstr>PowerPoint Presentation</vt:lpstr>
      <vt:lpstr>Model vs. Datasource</vt:lpstr>
      <vt:lpstr>Coding nuances that nobody really cares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65</cp:revision>
  <dcterms:created xsi:type="dcterms:W3CDTF">2022-05-30T08:41:58Z</dcterms:created>
  <dcterms:modified xsi:type="dcterms:W3CDTF">2022-06-04T15:17:15Z</dcterms:modified>
</cp:coreProperties>
</file>